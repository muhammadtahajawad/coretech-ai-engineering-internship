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Hi I am Muhammad Taha, AI Engineering Intern at CoreTech Innovations. This is my final project — a RAG Knowledge Assistant built for CoreTech.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clients have questions, teams repeat answers. RAG solves this by grounding answers in real company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4-step pipeline: embedding the question, FAISS search, retrieving top 3 chunks, generating grounded answer with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Through 12 tasks I went from Python basics to a fully deployed RAG system. The key lesson is that AI engineering is about building reliable, grounded, explainable systems that solve real business problems.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CoreTech Innovations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Assistant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AI Engineering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Taha  |  AI Engineering Intern  |  coretechio.com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37490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37490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37490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|  numpy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Solve?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visiting coretechio.com have questions about services, pricing, and processes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spend time answering the same questions repeatedly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instant, accurate, grounded answer system existed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RAG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RETRIEVE — find relevant knowledge chunks semantically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AUGMENT — add retrieved context to the answer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 — produce grounded answer with source attribution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System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32233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09728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natural language question about CoreTech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2423160"/>
            <a:ext cx="18288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0058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32233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09728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converts question to 384-dim vector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53128" y="2423160"/>
            <a:ext cx="18288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0058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32233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0972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searches 55 knowledge records by cosine similarity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01968" y="2423160"/>
            <a:ext cx="18288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0058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32233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097280"/>
            <a:ext cx="594360" cy="59436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0372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chunks combined into grounded answer with sources shown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069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2960" y="4480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Records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71800" y="4069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971800" y="4480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4069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120640" y="4480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Retrieved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69480" y="4069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269480" y="4480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1498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1–2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1014984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and AI engineering environment setup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EBF4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367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3–4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636776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and building rule-based chatbot systems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03704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2585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5–6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258568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development and semantic search with TF-IDF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EBF4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8803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7–8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880360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and text classification with Naive Bayes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47288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5021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9–10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502152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systems and AI automation pipelines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EBF4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412394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11–12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4123944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 with sentence-transformers, FAISS, and Hugging Face deployment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Muhammad Taha  |  AI Engineering Intern  |  coretechio.com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CoreTech RAG Knowledge Assistant</dc:title>
  <dc:subject>PptxGenJS Presentation</dc:subject>
  <dc:creator>Muhammad Taha</dc:creator>
  <cp:lastModifiedBy>Muhammad Taha</cp:lastModifiedBy>
  <cp:revision>1</cp:revision>
  <dcterms:created xsi:type="dcterms:W3CDTF">2026-06-27T03:05:39Z</dcterms:created>
  <dcterms:modified xsi:type="dcterms:W3CDTF">2026-06-27T03:05:39Z</dcterms:modified>
</cp:coreProperties>
</file>